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6858000" cy="9144000" type="screen4x3"/>
  <p:notesSz cx="6858000" cy="9144000"/>
  <p:defaultTextStyle>
    <a:defPPr>
      <a:defRPr lang="fr-FR"/>
    </a:defPPr>
    <a:lvl1pPr marL="0" algn="l" defTabSz="45715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50" algn="l" defTabSz="45715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00" algn="l" defTabSz="45715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50" algn="l" defTabSz="45715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98" algn="l" defTabSz="45715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48" algn="l" defTabSz="45715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898" algn="l" defTabSz="45715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048" algn="l" defTabSz="45715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198" algn="l" defTabSz="45715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4"/>
    <p:restoredTop sz="94672"/>
  </p:normalViewPr>
  <p:slideViewPr>
    <p:cSldViewPr snapToGrid="0" snapToObjects="1">
      <p:cViewPr>
        <p:scale>
          <a:sx n="220" d="100"/>
          <a:sy n="220" d="100"/>
        </p:scale>
        <p:origin x="352" y="1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FCA012-EB14-AC42-97AC-87A9062B2316}" type="datetimeFigureOut">
              <a:rPr lang="fr-FR" smtClean="0"/>
              <a:t>19/09/2022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07AC8F-28D5-C94B-B7DB-42E1DA9C84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7671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15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50" algn="l" defTabSz="45715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00" algn="l" defTabSz="45715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50" algn="l" defTabSz="45715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598" algn="l" defTabSz="45715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48" algn="l" defTabSz="45715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98" algn="l" defTabSz="45715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48" algn="l" defTabSz="45715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198" algn="l" defTabSz="45715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2143125" y="685800"/>
            <a:ext cx="257175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07AC8F-28D5-C94B-B7DB-42E1DA9C84B5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43479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14350" y="2840573"/>
            <a:ext cx="5829300" cy="1960033"/>
          </a:xfrm>
        </p:spPr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028701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5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0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1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D4EF6-7417-3744-BB7E-26AABEB76D53}" type="datetimeFigureOut">
              <a:rPr lang="fr-FR" smtClean="0"/>
              <a:t>19/09/2022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5075B-1D84-0449-9973-BD46C98539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3105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D4EF6-7417-3744-BB7E-26AABEB76D53}" type="datetimeFigureOut">
              <a:rPr lang="fr-FR" smtClean="0"/>
              <a:t>19/09/2022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5075B-1D84-0449-9973-BD46C98539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9480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41735" y="5875871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41735" y="3875624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5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45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59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74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89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04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19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D4EF6-7417-3744-BB7E-26AABEB76D53}" type="datetimeFigureOut">
              <a:rPr lang="fr-FR" smtClean="0"/>
              <a:t>19/09/2022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5075B-1D84-0449-9973-BD46C98539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1065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342900" y="2133604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486150" y="2133604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D4EF6-7417-3744-BB7E-26AABEB76D53}" type="datetimeFigureOut">
              <a:rPr lang="fr-FR" smtClean="0"/>
              <a:t>19/09/2022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5075B-1D84-0449-9973-BD46C98539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1317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2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50" indent="0">
              <a:buNone/>
              <a:defRPr sz="2000" b="1"/>
            </a:lvl2pPr>
            <a:lvl3pPr marL="914300" indent="0">
              <a:buNone/>
              <a:defRPr sz="1800" b="1"/>
            </a:lvl3pPr>
            <a:lvl4pPr marL="1371450" indent="0">
              <a:buNone/>
              <a:defRPr sz="1600" b="1"/>
            </a:lvl4pPr>
            <a:lvl5pPr marL="1828598" indent="0">
              <a:buNone/>
              <a:defRPr sz="1600" b="1"/>
            </a:lvl5pPr>
            <a:lvl6pPr marL="2285748" indent="0">
              <a:buNone/>
              <a:defRPr sz="1600" b="1"/>
            </a:lvl6pPr>
            <a:lvl7pPr marL="2742898" indent="0">
              <a:buNone/>
              <a:defRPr sz="1600" b="1"/>
            </a:lvl7pPr>
            <a:lvl8pPr marL="3200048" indent="0">
              <a:buNone/>
              <a:defRPr sz="1600" b="1"/>
            </a:lvl8pPr>
            <a:lvl9pPr marL="3657198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42902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3483773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50" indent="0">
              <a:buNone/>
              <a:defRPr sz="2000" b="1"/>
            </a:lvl2pPr>
            <a:lvl3pPr marL="914300" indent="0">
              <a:buNone/>
              <a:defRPr sz="1800" b="1"/>
            </a:lvl3pPr>
            <a:lvl4pPr marL="1371450" indent="0">
              <a:buNone/>
              <a:defRPr sz="1600" b="1"/>
            </a:lvl4pPr>
            <a:lvl5pPr marL="1828598" indent="0">
              <a:buNone/>
              <a:defRPr sz="1600" b="1"/>
            </a:lvl5pPr>
            <a:lvl6pPr marL="2285748" indent="0">
              <a:buNone/>
              <a:defRPr sz="1600" b="1"/>
            </a:lvl6pPr>
            <a:lvl7pPr marL="2742898" indent="0">
              <a:buNone/>
              <a:defRPr sz="1600" b="1"/>
            </a:lvl7pPr>
            <a:lvl8pPr marL="3200048" indent="0">
              <a:buNone/>
              <a:defRPr sz="1600" b="1"/>
            </a:lvl8pPr>
            <a:lvl9pPr marL="3657198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3483773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D4EF6-7417-3744-BB7E-26AABEB76D53}" type="datetimeFigureOut">
              <a:rPr lang="fr-FR" smtClean="0"/>
              <a:t>19/09/2022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5075B-1D84-0449-9973-BD46C98539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3503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D4EF6-7417-3744-BB7E-26AABEB76D53}" type="datetimeFigureOut">
              <a:rPr lang="fr-FR" smtClean="0"/>
              <a:t>19/09/2022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5075B-1D84-0449-9973-BD46C98539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2059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D4EF6-7417-3744-BB7E-26AABEB76D53}" type="datetimeFigureOut">
              <a:rPr lang="fr-FR" smtClean="0"/>
              <a:t>19/09/2022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5075B-1D84-0449-9973-BD46C98539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5473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42904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681289" y="364073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42904" y="1913470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150" indent="0">
              <a:buNone/>
              <a:defRPr sz="1200"/>
            </a:lvl2pPr>
            <a:lvl3pPr marL="914300" indent="0">
              <a:buNone/>
              <a:defRPr sz="1000"/>
            </a:lvl3pPr>
            <a:lvl4pPr marL="1371450" indent="0">
              <a:buNone/>
              <a:defRPr sz="900"/>
            </a:lvl4pPr>
            <a:lvl5pPr marL="1828598" indent="0">
              <a:buNone/>
              <a:defRPr sz="900"/>
            </a:lvl5pPr>
            <a:lvl6pPr marL="2285748" indent="0">
              <a:buNone/>
              <a:defRPr sz="900"/>
            </a:lvl6pPr>
            <a:lvl7pPr marL="2742898" indent="0">
              <a:buNone/>
              <a:defRPr sz="900"/>
            </a:lvl7pPr>
            <a:lvl8pPr marL="3200048" indent="0">
              <a:buNone/>
              <a:defRPr sz="900"/>
            </a:lvl8pPr>
            <a:lvl9pPr marL="3657198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D4EF6-7417-3744-BB7E-26AABEB76D53}" type="datetimeFigureOut">
              <a:rPr lang="fr-FR" smtClean="0"/>
              <a:t>19/09/2022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5075B-1D84-0449-9973-BD46C98539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8597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44216" y="6400801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150" indent="0">
              <a:buNone/>
              <a:defRPr sz="2800"/>
            </a:lvl2pPr>
            <a:lvl3pPr marL="914300" indent="0">
              <a:buNone/>
              <a:defRPr sz="2400"/>
            </a:lvl3pPr>
            <a:lvl4pPr marL="1371450" indent="0">
              <a:buNone/>
              <a:defRPr sz="2000"/>
            </a:lvl4pPr>
            <a:lvl5pPr marL="1828598" indent="0">
              <a:buNone/>
              <a:defRPr sz="2000"/>
            </a:lvl5pPr>
            <a:lvl6pPr marL="2285748" indent="0">
              <a:buNone/>
              <a:defRPr sz="2000"/>
            </a:lvl6pPr>
            <a:lvl7pPr marL="2742898" indent="0">
              <a:buNone/>
              <a:defRPr sz="2000"/>
            </a:lvl7pPr>
            <a:lvl8pPr marL="3200048" indent="0">
              <a:buNone/>
              <a:defRPr sz="2000"/>
            </a:lvl8pPr>
            <a:lvl9pPr marL="3657198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344216" y="7156452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150" indent="0">
              <a:buNone/>
              <a:defRPr sz="1200"/>
            </a:lvl2pPr>
            <a:lvl3pPr marL="914300" indent="0">
              <a:buNone/>
              <a:defRPr sz="1000"/>
            </a:lvl3pPr>
            <a:lvl4pPr marL="1371450" indent="0">
              <a:buNone/>
              <a:defRPr sz="900"/>
            </a:lvl4pPr>
            <a:lvl5pPr marL="1828598" indent="0">
              <a:buNone/>
              <a:defRPr sz="900"/>
            </a:lvl5pPr>
            <a:lvl6pPr marL="2285748" indent="0">
              <a:buNone/>
              <a:defRPr sz="900"/>
            </a:lvl6pPr>
            <a:lvl7pPr marL="2742898" indent="0">
              <a:buNone/>
              <a:defRPr sz="900"/>
            </a:lvl7pPr>
            <a:lvl8pPr marL="3200048" indent="0">
              <a:buNone/>
              <a:defRPr sz="900"/>
            </a:lvl8pPr>
            <a:lvl9pPr marL="3657198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D4EF6-7417-3744-BB7E-26AABEB76D53}" type="datetimeFigureOut">
              <a:rPr lang="fr-FR" smtClean="0"/>
              <a:t>19/09/2022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5075B-1D84-0449-9973-BD46C98539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0033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D4EF6-7417-3744-BB7E-26AABEB76D53}" type="datetimeFigureOut">
              <a:rPr lang="fr-FR" smtClean="0"/>
              <a:t>19/09/2022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5075B-1D84-0449-9973-BD46C98539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8294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4972050" y="366190"/>
            <a:ext cx="1543050" cy="7802033"/>
          </a:xfrm>
        </p:spPr>
        <p:txBody>
          <a:bodyPr vert="eaVert"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42900" y="366190"/>
            <a:ext cx="4514850" cy="7802033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D4EF6-7417-3744-BB7E-26AABEB76D53}" type="datetimeFigureOut">
              <a:rPr lang="fr-FR" smtClean="0"/>
              <a:t>19/09/2022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5075B-1D84-0449-9973-BD46C98539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005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30" tIns="45715" rIns="91430" bIns="45715" rtlCol="0" anchor="ctr">
            <a:normAutofit/>
          </a:bodyPr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133604"/>
            <a:ext cx="6172200" cy="6034617"/>
          </a:xfrm>
          <a:prstGeom prst="rect">
            <a:avLst/>
          </a:prstGeom>
        </p:spPr>
        <p:txBody>
          <a:bodyPr vert="horz" lIns="91430" tIns="45715" rIns="91430" bIns="45715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342900" y="8475140"/>
            <a:ext cx="1600200" cy="486833"/>
          </a:xfrm>
          <a:prstGeom prst="rect">
            <a:avLst/>
          </a:prstGeom>
        </p:spPr>
        <p:txBody>
          <a:bodyPr vert="horz" lIns="91430" tIns="45715" rIns="91430" bIns="45715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DD4EF6-7417-3744-BB7E-26AABEB76D53}" type="datetimeFigureOut">
              <a:rPr lang="fr-FR" smtClean="0"/>
              <a:t>19/09/2022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343151" y="8475140"/>
            <a:ext cx="2171700" cy="486833"/>
          </a:xfrm>
          <a:prstGeom prst="rect">
            <a:avLst/>
          </a:prstGeom>
        </p:spPr>
        <p:txBody>
          <a:bodyPr vert="horz" lIns="91430" tIns="45715" rIns="91430" bIns="45715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4914900" y="8475140"/>
            <a:ext cx="1600200" cy="486833"/>
          </a:xfrm>
          <a:prstGeom prst="rect">
            <a:avLst/>
          </a:prstGeom>
        </p:spPr>
        <p:txBody>
          <a:bodyPr vert="horz" lIns="91430" tIns="45715" rIns="91430" bIns="45715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85075B-1D84-0449-9973-BD46C98539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7350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15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62" indent="-342862" algn="l" defTabSz="45715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68" indent="-285718" algn="l" defTabSz="45715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74" indent="-228575" algn="l" defTabSz="45715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24" indent="-228575" algn="l" defTabSz="45715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74" indent="-228575" algn="l" defTabSz="45715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24" indent="-228575" algn="l" defTabSz="45715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74" indent="-228575" algn="l" defTabSz="45715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22" indent="-228575" algn="l" defTabSz="45715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772" indent="-228575" algn="l" defTabSz="45715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15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0" algn="l" defTabSz="45715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00" algn="l" defTabSz="45715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50" algn="l" defTabSz="45715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98" algn="l" defTabSz="45715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48" algn="l" defTabSz="45715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98" algn="l" defTabSz="45715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48" algn="l" defTabSz="45715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98" algn="l" defTabSz="45715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ZoneTexte 45"/>
          <p:cNvSpPr txBox="1"/>
          <p:nvPr/>
        </p:nvSpPr>
        <p:spPr>
          <a:xfrm>
            <a:off x="1754329" y="762475"/>
            <a:ext cx="3265617" cy="2708424"/>
          </a:xfrm>
          <a:prstGeom prst="rect">
            <a:avLst/>
          </a:prstGeom>
          <a:noFill/>
        </p:spPr>
        <p:txBody>
          <a:bodyPr wrap="none" lIns="91430" tIns="45715" rIns="91430" bIns="45715" rtlCol="0">
            <a:spAutoFit/>
          </a:bodyPr>
          <a:lstStyle/>
          <a:p>
            <a:pPr marL="171450" indent="-171450">
              <a:buFont typeface="Lucida Grande"/>
              <a:buChar char="+"/>
            </a:pPr>
            <a:r>
              <a:rPr lang="fr-FR" sz="1000" dirty="0"/>
              <a:t>constructeur(</a:t>
            </a:r>
            <a:r>
              <a:rPr lang="fr-FR" sz="1000" dirty="0" err="1"/>
              <a:t>n:string</a:t>
            </a:r>
            <a:r>
              <a:rPr lang="fr-FR" sz="1000" dirty="0"/>
              <a:t>)</a:t>
            </a:r>
          </a:p>
          <a:p>
            <a:pPr marL="171450" indent="-171450">
              <a:buFont typeface="Lucida Grande"/>
              <a:buChar char="+"/>
            </a:pPr>
            <a:r>
              <a:rPr lang="fr-FR" sz="1000" dirty="0"/>
              <a:t>affiche(): </a:t>
            </a:r>
            <a:r>
              <a:rPr lang="fr-FR" sz="1000" dirty="0" err="1"/>
              <a:t>s:string</a:t>
            </a:r>
            <a:endParaRPr lang="fr-FR" sz="1000" dirty="0"/>
          </a:p>
          <a:p>
            <a:pPr marL="171450" indent="-171450">
              <a:buFont typeface="Lucida Grande"/>
              <a:buChar char="+"/>
            </a:pPr>
            <a:r>
              <a:rPr lang="fr-FR" sz="1000" dirty="0" err="1"/>
              <a:t>get_nom</a:t>
            </a:r>
            <a:r>
              <a:rPr lang="fr-FR" sz="1000" dirty="0"/>
              <a:t>(): </a:t>
            </a:r>
            <a:r>
              <a:rPr lang="fr-FR" sz="1000" dirty="0" err="1"/>
              <a:t>n:string</a:t>
            </a:r>
            <a:endParaRPr lang="fr-FR" sz="1000" dirty="0"/>
          </a:p>
          <a:p>
            <a:pPr marL="171450" indent="-171450">
              <a:buFont typeface="Lucida Grande"/>
              <a:buChar char="+"/>
            </a:pPr>
            <a:r>
              <a:rPr lang="fr-FR" sz="1000" dirty="0" err="1"/>
              <a:t>ajout_lecteur</a:t>
            </a:r>
            <a:r>
              <a:rPr lang="fr-FR" sz="1000" dirty="0"/>
              <a:t>(</a:t>
            </a:r>
            <a:r>
              <a:rPr lang="fr-FR" sz="1000" dirty="0" err="1"/>
              <a:t>n:string,p:string,a:string,num:int</a:t>
            </a:r>
            <a:r>
              <a:rPr lang="fr-FR" sz="1000" dirty="0"/>
              <a:t>)</a:t>
            </a:r>
          </a:p>
          <a:p>
            <a:pPr marL="171450" indent="-171450">
              <a:buFont typeface="Lucida Grande"/>
              <a:buChar char="+"/>
            </a:pPr>
            <a:r>
              <a:rPr lang="fr-FR" sz="1000" dirty="0" err="1"/>
              <a:t>retrait_lecteur</a:t>
            </a:r>
            <a:r>
              <a:rPr lang="fr-FR" sz="1000" dirty="0"/>
              <a:t>(</a:t>
            </a:r>
            <a:r>
              <a:rPr lang="fr-FR" sz="1000" dirty="0" err="1"/>
              <a:t>num:int</a:t>
            </a:r>
            <a:r>
              <a:rPr lang="fr-FR" sz="1000" dirty="0"/>
              <a:t>)</a:t>
            </a:r>
          </a:p>
          <a:p>
            <a:pPr marL="171450" indent="-171450">
              <a:buFont typeface="Lucida Grande"/>
              <a:buChar char="+"/>
            </a:pPr>
            <a:r>
              <a:rPr lang="fr-FR" sz="1000" dirty="0" err="1"/>
              <a:t>ajout_livre</a:t>
            </a:r>
            <a:r>
              <a:rPr lang="fr-FR" sz="1000" dirty="0"/>
              <a:t>(</a:t>
            </a:r>
            <a:r>
              <a:rPr lang="fr-FR" sz="1000" dirty="0" err="1"/>
              <a:t>a:string,t:string,num:int,nb:int</a:t>
            </a:r>
            <a:r>
              <a:rPr lang="fr-FR" sz="1000" dirty="0"/>
              <a:t>)</a:t>
            </a:r>
          </a:p>
          <a:p>
            <a:pPr marL="171450" indent="-171450">
              <a:buFont typeface="Lucida Grande"/>
              <a:buChar char="+"/>
            </a:pPr>
            <a:r>
              <a:rPr lang="fr-FR" sz="1000" dirty="0" err="1"/>
              <a:t>retrait_livre</a:t>
            </a:r>
            <a:r>
              <a:rPr lang="fr-FR" sz="1000" dirty="0"/>
              <a:t>(</a:t>
            </a:r>
            <a:r>
              <a:rPr lang="fr-FR" sz="1000" dirty="0" err="1"/>
              <a:t>num:int</a:t>
            </a:r>
            <a:r>
              <a:rPr lang="fr-FR" sz="1000" dirty="0"/>
              <a:t>)</a:t>
            </a:r>
          </a:p>
          <a:p>
            <a:pPr marL="171450" indent="-171450">
              <a:buFont typeface="Lucida Grande"/>
              <a:buChar char="+"/>
            </a:pPr>
            <a:r>
              <a:rPr lang="fr-FR" sz="1000" dirty="0" err="1"/>
              <a:t>chercher_lecteur_numero</a:t>
            </a:r>
            <a:r>
              <a:rPr lang="fr-FR" sz="1000" dirty="0"/>
              <a:t>(</a:t>
            </a:r>
            <a:r>
              <a:rPr lang="fr-FR" sz="1000" dirty="0" err="1"/>
              <a:t>num:int</a:t>
            </a:r>
            <a:r>
              <a:rPr lang="fr-FR" sz="1000" dirty="0"/>
              <a:t>): </a:t>
            </a:r>
            <a:r>
              <a:rPr lang="fr-FR" sz="1000" dirty="0" err="1"/>
              <a:t>l:Lecteur</a:t>
            </a:r>
            <a:endParaRPr lang="fr-FR" sz="1000" dirty="0"/>
          </a:p>
          <a:p>
            <a:pPr marL="171450" indent="-171450">
              <a:buFont typeface="Lucida Grande"/>
              <a:buChar char="+"/>
            </a:pPr>
            <a:r>
              <a:rPr lang="fr-FR" sz="1000" dirty="0" err="1"/>
              <a:t>chercher_lecteur_nom</a:t>
            </a:r>
            <a:r>
              <a:rPr lang="fr-FR" sz="1000" dirty="0"/>
              <a:t>(</a:t>
            </a:r>
            <a:r>
              <a:rPr lang="fr-FR" sz="1000" dirty="0" err="1"/>
              <a:t>n:string</a:t>
            </a:r>
            <a:r>
              <a:rPr lang="fr-FR" sz="1000" dirty="0"/>
              <a:t>): </a:t>
            </a:r>
            <a:r>
              <a:rPr lang="fr-FR" sz="1000" dirty="0" err="1"/>
              <a:t>l:Lecteur</a:t>
            </a:r>
            <a:endParaRPr lang="fr-FR" sz="1000" dirty="0"/>
          </a:p>
          <a:p>
            <a:pPr marL="171450" indent="-171450">
              <a:buFont typeface="Lucida Grande"/>
              <a:buChar char="+"/>
            </a:pPr>
            <a:r>
              <a:rPr lang="fr-FR" sz="1000" dirty="0" err="1"/>
              <a:t>chercher_livre_numero</a:t>
            </a:r>
            <a:r>
              <a:rPr lang="fr-FR" sz="1000" dirty="0"/>
              <a:t>(</a:t>
            </a:r>
            <a:r>
              <a:rPr lang="fr-FR" sz="1000" dirty="0" err="1"/>
              <a:t>num:int</a:t>
            </a:r>
            <a:r>
              <a:rPr lang="fr-FR" sz="1000" dirty="0"/>
              <a:t>): </a:t>
            </a:r>
            <a:r>
              <a:rPr lang="fr-FR" sz="1000" dirty="0" err="1"/>
              <a:t>l:Livre</a:t>
            </a:r>
            <a:endParaRPr lang="fr-FR" sz="1000" dirty="0"/>
          </a:p>
          <a:p>
            <a:pPr marL="171450" indent="-171450">
              <a:buFont typeface="Lucida Grande"/>
              <a:buChar char="+"/>
            </a:pPr>
            <a:r>
              <a:rPr lang="fr-FR" sz="1000" dirty="0" err="1"/>
              <a:t>chercher_livre_titre</a:t>
            </a:r>
            <a:r>
              <a:rPr lang="fr-FR" sz="1000" dirty="0"/>
              <a:t>(</a:t>
            </a:r>
            <a:r>
              <a:rPr lang="fr-FR" sz="1000" dirty="0" err="1"/>
              <a:t>t:string</a:t>
            </a:r>
            <a:r>
              <a:rPr lang="fr-FR" sz="1000" dirty="0"/>
              <a:t>): </a:t>
            </a:r>
            <a:r>
              <a:rPr lang="fr-FR" sz="1000" dirty="0" err="1"/>
              <a:t>l:Livre</a:t>
            </a:r>
            <a:endParaRPr lang="fr-FR" sz="1000" dirty="0"/>
          </a:p>
          <a:p>
            <a:pPr marL="171450" indent="-171450">
              <a:buFont typeface="Lucida Grande"/>
              <a:buChar char="+"/>
            </a:pPr>
            <a:r>
              <a:rPr lang="fr-FR" sz="1000" dirty="0" err="1"/>
              <a:t>emprunt_livre</a:t>
            </a:r>
            <a:r>
              <a:rPr lang="fr-FR" sz="1000" dirty="0"/>
              <a:t>(</a:t>
            </a:r>
            <a:r>
              <a:rPr lang="fr-FR" sz="1000" dirty="0" err="1"/>
              <a:t>n_lecteur:int,n_livre:int</a:t>
            </a:r>
            <a:r>
              <a:rPr lang="fr-FR" sz="1000" dirty="0"/>
              <a:t>)</a:t>
            </a:r>
          </a:p>
          <a:p>
            <a:pPr marL="171450" indent="-171450">
              <a:buFont typeface="Lucida Grande"/>
              <a:buChar char="+"/>
            </a:pPr>
            <a:r>
              <a:rPr lang="fr-FR" sz="1000" dirty="0" err="1"/>
              <a:t>retour_livre</a:t>
            </a:r>
            <a:r>
              <a:rPr lang="fr-FR" sz="1000" dirty="0"/>
              <a:t>(</a:t>
            </a:r>
            <a:r>
              <a:rPr lang="fr-FR" sz="1000" dirty="0" err="1"/>
              <a:t>n_lecteur:int,n_livre:int</a:t>
            </a:r>
            <a:r>
              <a:rPr lang="fr-FR" sz="1000" dirty="0"/>
              <a:t>)</a:t>
            </a:r>
          </a:p>
          <a:p>
            <a:pPr marL="171450" indent="-171450">
              <a:buFont typeface="Lucida Grande"/>
              <a:buChar char="+"/>
            </a:pPr>
            <a:r>
              <a:rPr lang="fr-FR" sz="1000" dirty="0" err="1"/>
              <a:t>chercher_emprunt</a:t>
            </a:r>
            <a:r>
              <a:rPr lang="fr-FR" sz="1000" dirty="0"/>
              <a:t>(</a:t>
            </a:r>
            <a:r>
              <a:rPr lang="fr-FR" sz="1000" dirty="0" err="1"/>
              <a:t>n_lecteur:int,n_livre:int</a:t>
            </a:r>
            <a:r>
              <a:rPr lang="fr-FR" sz="1000" dirty="0"/>
              <a:t>): </a:t>
            </a:r>
            <a:r>
              <a:rPr lang="fr-FR" sz="1000" dirty="0" err="1"/>
              <a:t>e:Emprunt</a:t>
            </a:r>
            <a:endParaRPr lang="fr-FR" sz="1000" dirty="0"/>
          </a:p>
          <a:p>
            <a:pPr marL="171450" indent="-171450">
              <a:buFont typeface="Lucida Grande"/>
              <a:buChar char="+"/>
            </a:pPr>
            <a:r>
              <a:rPr lang="fr-FR" sz="1000" dirty="0" err="1"/>
              <a:t>affiche_lecteurs</a:t>
            </a:r>
            <a:r>
              <a:rPr lang="fr-FR" sz="1000" dirty="0"/>
              <a:t>()</a:t>
            </a:r>
          </a:p>
          <a:p>
            <a:pPr marL="171450" indent="-171450">
              <a:buFont typeface="Lucida Grande"/>
              <a:buChar char="+"/>
            </a:pPr>
            <a:r>
              <a:rPr lang="fr-FR" sz="1000" dirty="0" err="1"/>
              <a:t>affiche_livres</a:t>
            </a:r>
            <a:r>
              <a:rPr lang="fr-FR" sz="1000" dirty="0"/>
              <a:t>()</a:t>
            </a:r>
          </a:p>
          <a:p>
            <a:pPr marL="171450" indent="-171450">
              <a:buFont typeface="Lucida Grande"/>
              <a:buChar char="+"/>
            </a:pPr>
            <a:r>
              <a:rPr lang="fr-FR" sz="1000" dirty="0" err="1"/>
              <a:t>affiche_emprunts</a:t>
            </a:r>
            <a:r>
              <a:rPr lang="fr-FR" sz="1000" dirty="0"/>
              <a:t>()</a:t>
            </a:r>
          </a:p>
        </p:txBody>
      </p:sp>
      <p:sp>
        <p:nvSpPr>
          <p:cNvPr id="38" name="ZoneTexte 37"/>
          <p:cNvSpPr txBox="1"/>
          <p:nvPr/>
        </p:nvSpPr>
        <p:spPr>
          <a:xfrm>
            <a:off x="5095377" y="5057196"/>
            <a:ext cx="1742765" cy="1169541"/>
          </a:xfrm>
          <a:prstGeom prst="rect">
            <a:avLst/>
          </a:prstGeom>
          <a:noFill/>
        </p:spPr>
        <p:txBody>
          <a:bodyPr wrap="none" lIns="91430" tIns="45715" rIns="91430" bIns="45715" rtlCol="0">
            <a:spAutoFit/>
          </a:bodyPr>
          <a:lstStyle/>
          <a:p>
            <a:pPr marL="171450" indent="-171450">
              <a:buFont typeface="Lucida Grande"/>
              <a:buChar char="+"/>
            </a:pPr>
            <a:r>
              <a:rPr lang="fr-FR" sz="1000" dirty="0"/>
              <a:t>constructeur(</a:t>
            </a:r>
            <a:r>
              <a:rPr lang="fr-FR" sz="1000" dirty="0" err="1"/>
              <a:t>n:string</a:t>
            </a:r>
            <a:r>
              <a:rPr lang="fr-FR" sz="1000" dirty="0"/>
              <a:t>,</a:t>
            </a:r>
          </a:p>
          <a:p>
            <a:r>
              <a:rPr lang="fr-FR" sz="1000" dirty="0"/>
              <a:t>      </a:t>
            </a:r>
            <a:r>
              <a:rPr lang="fr-FR" sz="1000" dirty="0" err="1"/>
              <a:t>p:string</a:t>
            </a:r>
            <a:r>
              <a:rPr lang="fr-FR" sz="1000" dirty="0"/>
              <a:t>, </a:t>
            </a:r>
            <a:r>
              <a:rPr lang="fr-FR" sz="1000" dirty="0" err="1"/>
              <a:t>a:string,num:int</a:t>
            </a:r>
            <a:r>
              <a:rPr lang="fr-FR" sz="1000" dirty="0"/>
              <a:t>) </a:t>
            </a:r>
          </a:p>
          <a:p>
            <a:pPr marL="171450" indent="-171450">
              <a:buFont typeface="Lucida Grande"/>
              <a:buChar char="+"/>
            </a:pPr>
            <a:r>
              <a:rPr lang="fr-FR" sz="1000" dirty="0"/>
              <a:t>affiche() </a:t>
            </a:r>
            <a:r>
              <a:rPr lang="fr-FR" sz="1000" dirty="0" err="1"/>
              <a:t>s:string</a:t>
            </a:r>
            <a:endParaRPr lang="fr-FR" sz="1000" dirty="0"/>
          </a:p>
          <a:p>
            <a:pPr marL="171450" indent="-171450">
              <a:buFont typeface="Lucida Grande"/>
              <a:buChar char="+"/>
            </a:pPr>
            <a:r>
              <a:rPr lang="fr-FR" sz="1000" dirty="0" err="1"/>
              <a:t>set_numero</a:t>
            </a:r>
            <a:r>
              <a:rPr lang="fr-FR" sz="1000" dirty="0"/>
              <a:t>(</a:t>
            </a:r>
            <a:r>
              <a:rPr lang="fr-FR" sz="1000" dirty="0" err="1"/>
              <a:t>num:int</a:t>
            </a:r>
            <a:r>
              <a:rPr lang="fr-FR" sz="1000" dirty="0"/>
              <a:t>)</a:t>
            </a:r>
          </a:p>
          <a:p>
            <a:pPr marL="171450" indent="-171450">
              <a:buFont typeface="Lucida Grande"/>
              <a:buChar char="+"/>
            </a:pPr>
            <a:r>
              <a:rPr lang="fr-FR" sz="1000" dirty="0" err="1"/>
              <a:t>get_numero</a:t>
            </a:r>
            <a:r>
              <a:rPr lang="fr-FR" sz="1000" dirty="0"/>
              <a:t>(): </a:t>
            </a:r>
            <a:r>
              <a:rPr lang="fr-FR" sz="1000" dirty="0" err="1"/>
              <a:t>num:int</a:t>
            </a:r>
            <a:endParaRPr lang="fr-FR" sz="1000" dirty="0"/>
          </a:p>
          <a:p>
            <a:pPr marL="171450" indent="-171450">
              <a:buFont typeface="Lucida Grande"/>
              <a:buChar char="+"/>
            </a:pPr>
            <a:r>
              <a:rPr lang="fr-FR" sz="1000" dirty="0" err="1"/>
              <a:t>set_nb_emprunts</a:t>
            </a:r>
            <a:r>
              <a:rPr lang="fr-FR" sz="1000" dirty="0"/>
              <a:t>(</a:t>
            </a:r>
            <a:r>
              <a:rPr lang="fr-FR" sz="1000" dirty="0" err="1"/>
              <a:t>nb:int</a:t>
            </a:r>
            <a:r>
              <a:rPr lang="fr-FR" sz="1000" dirty="0"/>
              <a:t>)</a:t>
            </a:r>
          </a:p>
          <a:p>
            <a:pPr marL="171450" indent="-171450">
              <a:buFont typeface="Lucida Grande"/>
              <a:buChar char="+"/>
            </a:pPr>
            <a:r>
              <a:rPr lang="fr-FR" sz="1000" dirty="0" err="1"/>
              <a:t>get_nb_emprunts</a:t>
            </a:r>
            <a:r>
              <a:rPr lang="fr-FR" sz="1000" dirty="0"/>
              <a:t>(): </a:t>
            </a:r>
            <a:r>
              <a:rPr lang="fr-FR" sz="1000" dirty="0" err="1"/>
              <a:t>nb:int</a:t>
            </a:r>
            <a:endParaRPr lang="fr-FR" sz="1000" dirty="0"/>
          </a:p>
        </p:txBody>
      </p:sp>
      <p:sp>
        <p:nvSpPr>
          <p:cNvPr id="59" name="ZoneTexte 58"/>
          <p:cNvSpPr txBox="1"/>
          <p:nvPr/>
        </p:nvSpPr>
        <p:spPr>
          <a:xfrm>
            <a:off x="2453703" y="4900175"/>
            <a:ext cx="1984819" cy="1015653"/>
          </a:xfrm>
          <a:prstGeom prst="rect">
            <a:avLst/>
          </a:prstGeom>
          <a:noFill/>
        </p:spPr>
        <p:txBody>
          <a:bodyPr wrap="none" lIns="91430" tIns="45715" rIns="91430" bIns="45715" rtlCol="0">
            <a:spAutoFit/>
          </a:bodyPr>
          <a:lstStyle/>
          <a:p>
            <a:pPr marL="171450" indent="-171450">
              <a:buFont typeface="Lucida Grande"/>
              <a:buChar char="+"/>
            </a:pPr>
            <a:r>
              <a:rPr lang="fr-FR" sz="1000" dirty="0"/>
              <a:t>constructeur(</a:t>
            </a:r>
            <a:r>
              <a:rPr lang="fr-FR" sz="1000" dirty="0" err="1"/>
              <a:t>num_lecteur:int</a:t>
            </a:r>
            <a:r>
              <a:rPr lang="fr-FR" sz="1000" dirty="0"/>
              <a:t>,</a:t>
            </a:r>
          </a:p>
          <a:p>
            <a:r>
              <a:rPr lang="fr-FR" sz="1000" dirty="0"/>
              <a:t>	</a:t>
            </a:r>
            <a:r>
              <a:rPr lang="fr-FR" sz="1000" dirty="0" err="1"/>
              <a:t>num_livre:int</a:t>
            </a:r>
            <a:r>
              <a:rPr lang="fr-FR" sz="1000" dirty="0"/>
              <a:t>) </a:t>
            </a:r>
          </a:p>
          <a:p>
            <a:pPr marL="171450" indent="-171450">
              <a:buFont typeface="Lucida Grande"/>
              <a:buChar char="+"/>
            </a:pPr>
            <a:r>
              <a:rPr lang="fr-FR" sz="1000" dirty="0"/>
              <a:t>affiche(): </a:t>
            </a:r>
            <a:r>
              <a:rPr lang="fr-FR" sz="1000" dirty="0" err="1"/>
              <a:t>s:string</a:t>
            </a:r>
            <a:endParaRPr lang="fr-FR" sz="1000" dirty="0"/>
          </a:p>
          <a:p>
            <a:pPr marL="171450" indent="-171450">
              <a:buFont typeface="Lucida Grande"/>
              <a:buChar char="+"/>
            </a:pPr>
            <a:r>
              <a:rPr lang="fr-FR" sz="1000" dirty="0" err="1"/>
              <a:t>get_numero_lecteur</a:t>
            </a:r>
            <a:r>
              <a:rPr lang="fr-FR" sz="1000" dirty="0"/>
              <a:t>(): </a:t>
            </a:r>
            <a:r>
              <a:rPr lang="fr-FR" sz="1000" dirty="0" err="1"/>
              <a:t>num:int</a:t>
            </a:r>
            <a:endParaRPr lang="fr-FR" sz="1000" dirty="0"/>
          </a:p>
          <a:p>
            <a:pPr marL="171450" indent="-171450">
              <a:buFont typeface="Lucida Grande"/>
              <a:buChar char="+"/>
            </a:pPr>
            <a:r>
              <a:rPr lang="fr-FR" sz="1000" dirty="0" err="1"/>
              <a:t>get_numero_livre</a:t>
            </a:r>
            <a:r>
              <a:rPr lang="fr-FR" sz="1000" dirty="0"/>
              <a:t>(): </a:t>
            </a:r>
            <a:r>
              <a:rPr lang="fr-FR" sz="1000" dirty="0" err="1"/>
              <a:t>num:int</a:t>
            </a:r>
            <a:endParaRPr lang="fr-FR" sz="1000" dirty="0"/>
          </a:p>
          <a:p>
            <a:pPr marL="171450" indent="-171450">
              <a:buFont typeface="Lucida Grande"/>
              <a:buChar char="+"/>
            </a:pPr>
            <a:r>
              <a:rPr lang="fr-FR" sz="1000" dirty="0" err="1"/>
              <a:t>get_date</a:t>
            </a:r>
            <a:r>
              <a:rPr lang="fr-FR" sz="1000" dirty="0"/>
              <a:t>(): </a:t>
            </a:r>
            <a:r>
              <a:rPr lang="fr-FR" sz="1000" dirty="0" err="1"/>
              <a:t>d:string</a:t>
            </a:r>
            <a:endParaRPr lang="fr-FR" sz="1000" dirty="0"/>
          </a:p>
        </p:txBody>
      </p:sp>
      <p:sp>
        <p:nvSpPr>
          <p:cNvPr id="44" name="ZoneTexte 43"/>
          <p:cNvSpPr txBox="1"/>
          <p:nvPr/>
        </p:nvSpPr>
        <p:spPr>
          <a:xfrm>
            <a:off x="119619" y="5552496"/>
            <a:ext cx="1890241" cy="2092871"/>
          </a:xfrm>
          <a:prstGeom prst="rect">
            <a:avLst/>
          </a:prstGeom>
          <a:noFill/>
        </p:spPr>
        <p:txBody>
          <a:bodyPr wrap="square" lIns="91430" tIns="45715" rIns="91430" bIns="45715" rtlCol="0">
            <a:spAutoFit/>
          </a:bodyPr>
          <a:lstStyle/>
          <a:p>
            <a:pPr marL="171450" indent="-171450">
              <a:buFont typeface="Lucida Grande"/>
              <a:buChar char="+"/>
            </a:pPr>
            <a:r>
              <a:rPr lang="fr-FR" sz="1000" dirty="0"/>
              <a:t>constructeur(</a:t>
            </a:r>
            <a:r>
              <a:rPr lang="fr-FR" sz="1000" dirty="0" err="1"/>
              <a:t>t:string</a:t>
            </a:r>
            <a:r>
              <a:rPr lang="fr-FR" sz="1000" dirty="0"/>
              <a:t>,</a:t>
            </a:r>
          </a:p>
          <a:p>
            <a:r>
              <a:rPr lang="fr-FR" sz="1000" dirty="0"/>
              <a:t>      </a:t>
            </a:r>
            <a:r>
              <a:rPr lang="fr-FR" sz="1000" dirty="0" err="1"/>
              <a:t>a:string</a:t>
            </a:r>
            <a:r>
              <a:rPr lang="fr-FR" sz="1000" dirty="0"/>
              <a:t>, </a:t>
            </a:r>
            <a:r>
              <a:rPr lang="fr-FR" sz="1000" dirty="0" err="1"/>
              <a:t>num:int,nb:int</a:t>
            </a:r>
            <a:r>
              <a:rPr lang="fr-FR" sz="1000" dirty="0"/>
              <a:t>) </a:t>
            </a:r>
          </a:p>
          <a:p>
            <a:pPr marL="171450" indent="-171450">
              <a:buFont typeface="Lucida Grande"/>
              <a:buChar char="+"/>
            </a:pPr>
            <a:r>
              <a:rPr lang="fr-FR" sz="1000" dirty="0"/>
              <a:t>affiche(): </a:t>
            </a:r>
            <a:r>
              <a:rPr lang="fr-FR" sz="1000" dirty="0" err="1"/>
              <a:t>s:string</a:t>
            </a:r>
            <a:endParaRPr lang="fr-FR" sz="1000" dirty="0"/>
          </a:p>
          <a:p>
            <a:pPr marL="171450" indent="-171450">
              <a:buFont typeface="Lucida Grande"/>
              <a:buChar char="+"/>
            </a:pPr>
            <a:r>
              <a:rPr lang="fr-FR" sz="1000" dirty="0" err="1"/>
              <a:t>set_titre</a:t>
            </a:r>
            <a:r>
              <a:rPr lang="fr-FR" sz="1000" dirty="0"/>
              <a:t>(</a:t>
            </a:r>
            <a:r>
              <a:rPr lang="fr-FR" sz="1000" dirty="0" err="1"/>
              <a:t>t:string</a:t>
            </a:r>
            <a:r>
              <a:rPr lang="fr-FR" sz="1000" dirty="0"/>
              <a:t>)</a:t>
            </a:r>
          </a:p>
          <a:p>
            <a:pPr marL="171450" indent="-171450">
              <a:buFont typeface="Lucida Grande"/>
              <a:buChar char="+"/>
            </a:pPr>
            <a:r>
              <a:rPr lang="fr-FR" sz="1000" dirty="0" err="1"/>
              <a:t>get_titre</a:t>
            </a:r>
            <a:r>
              <a:rPr lang="fr-FR" sz="1000" dirty="0"/>
              <a:t>(): </a:t>
            </a:r>
            <a:r>
              <a:rPr lang="fr-FR" sz="1000" dirty="0" err="1"/>
              <a:t>t:string</a:t>
            </a:r>
            <a:endParaRPr lang="fr-FR" sz="1000" dirty="0"/>
          </a:p>
          <a:p>
            <a:pPr marL="171450" indent="-171450">
              <a:buFont typeface="Lucida Grande"/>
              <a:buChar char="+"/>
            </a:pPr>
            <a:r>
              <a:rPr lang="fr-FR" sz="1000" dirty="0" err="1"/>
              <a:t>set_auteur</a:t>
            </a:r>
            <a:r>
              <a:rPr lang="fr-FR" sz="1000" dirty="0"/>
              <a:t>(</a:t>
            </a:r>
            <a:r>
              <a:rPr lang="fr-FR" sz="1000" dirty="0" err="1"/>
              <a:t>a:string</a:t>
            </a:r>
            <a:r>
              <a:rPr lang="fr-FR" sz="1000" dirty="0"/>
              <a:t>)</a:t>
            </a:r>
          </a:p>
          <a:p>
            <a:pPr marL="171450" indent="-171450">
              <a:buFont typeface="Lucida Grande"/>
              <a:buChar char="+"/>
            </a:pPr>
            <a:r>
              <a:rPr lang="fr-FR" sz="1000" dirty="0" err="1"/>
              <a:t>get_auteur</a:t>
            </a:r>
            <a:r>
              <a:rPr lang="fr-FR" sz="1000" dirty="0"/>
              <a:t>(): </a:t>
            </a:r>
            <a:r>
              <a:rPr lang="fr-FR" sz="1000" dirty="0" err="1"/>
              <a:t>a:string</a:t>
            </a:r>
            <a:endParaRPr lang="fr-FR" sz="1000" dirty="0"/>
          </a:p>
          <a:p>
            <a:pPr marL="171450" indent="-171450">
              <a:buFont typeface="Lucida Grande"/>
              <a:buChar char="+"/>
            </a:pPr>
            <a:r>
              <a:rPr lang="fr-FR" sz="1000" dirty="0" err="1"/>
              <a:t>set_numero</a:t>
            </a:r>
            <a:r>
              <a:rPr lang="fr-FR" sz="1000" dirty="0"/>
              <a:t>(</a:t>
            </a:r>
            <a:r>
              <a:rPr lang="fr-FR" sz="1000" dirty="0" err="1"/>
              <a:t>num:int</a:t>
            </a:r>
            <a:r>
              <a:rPr lang="fr-FR" sz="1000" dirty="0"/>
              <a:t>)</a:t>
            </a:r>
          </a:p>
          <a:p>
            <a:pPr marL="171450" indent="-171450">
              <a:buFont typeface="Lucida Grande"/>
              <a:buChar char="+"/>
            </a:pPr>
            <a:r>
              <a:rPr lang="fr-FR" sz="1000" dirty="0" err="1"/>
              <a:t>get_numero</a:t>
            </a:r>
            <a:r>
              <a:rPr lang="fr-FR" sz="1000" dirty="0"/>
              <a:t>(): </a:t>
            </a:r>
            <a:r>
              <a:rPr lang="fr-FR" sz="1000" dirty="0" err="1"/>
              <a:t>num:int</a:t>
            </a:r>
            <a:endParaRPr lang="fr-FR" sz="1000" dirty="0"/>
          </a:p>
          <a:p>
            <a:pPr marL="171450" indent="-171450">
              <a:buFont typeface="Lucida Grande"/>
              <a:buChar char="+"/>
            </a:pPr>
            <a:r>
              <a:rPr lang="fr-FR" sz="1000" dirty="0" err="1"/>
              <a:t>set_nb_total</a:t>
            </a:r>
            <a:r>
              <a:rPr lang="fr-FR" sz="1000" dirty="0"/>
              <a:t>(</a:t>
            </a:r>
            <a:r>
              <a:rPr lang="fr-FR" sz="1000" dirty="0" err="1"/>
              <a:t>nb:int</a:t>
            </a:r>
            <a:r>
              <a:rPr lang="fr-FR" sz="1000" dirty="0"/>
              <a:t>)</a:t>
            </a:r>
          </a:p>
          <a:p>
            <a:pPr marL="171450" indent="-171450">
              <a:buFont typeface="Lucida Grande"/>
              <a:buChar char="+"/>
            </a:pPr>
            <a:r>
              <a:rPr lang="fr-FR" sz="1000" dirty="0" err="1"/>
              <a:t>get_nb_total</a:t>
            </a:r>
            <a:r>
              <a:rPr lang="fr-FR" sz="1000" dirty="0"/>
              <a:t>(): </a:t>
            </a:r>
            <a:r>
              <a:rPr lang="fr-FR" sz="1000" dirty="0" err="1"/>
              <a:t>nb:int</a:t>
            </a:r>
            <a:endParaRPr lang="fr-FR" sz="1000" dirty="0"/>
          </a:p>
          <a:p>
            <a:pPr marL="171450" indent="-171450">
              <a:buFont typeface="Lucida Grande"/>
              <a:buChar char="+"/>
            </a:pPr>
            <a:r>
              <a:rPr lang="fr-FR" sz="1000" dirty="0" err="1"/>
              <a:t>set_nb_dispo</a:t>
            </a:r>
            <a:r>
              <a:rPr lang="fr-FR" sz="1000" dirty="0"/>
              <a:t>(</a:t>
            </a:r>
            <a:r>
              <a:rPr lang="fr-FR" sz="1000" dirty="0" err="1"/>
              <a:t>nb:int</a:t>
            </a:r>
            <a:r>
              <a:rPr lang="fr-FR" sz="1000" dirty="0"/>
              <a:t>)</a:t>
            </a:r>
          </a:p>
          <a:p>
            <a:pPr marL="171450" indent="-171450">
              <a:buFont typeface="Lucida Grande"/>
              <a:buChar char="+"/>
            </a:pPr>
            <a:r>
              <a:rPr lang="fr-FR" sz="1000" dirty="0" err="1"/>
              <a:t>get_nb_dispo</a:t>
            </a:r>
            <a:r>
              <a:rPr lang="fr-FR" sz="1000" dirty="0"/>
              <a:t>(): </a:t>
            </a:r>
            <a:r>
              <a:rPr lang="fr-FR" sz="1000" dirty="0" err="1"/>
              <a:t>nb:int</a:t>
            </a:r>
            <a:endParaRPr lang="fr-FR" sz="1000" dirty="0"/>
          </a:p>
        </p:txBody>
      </p:sp>
      <p:sp>
        <p:nvSpPr>
          <p:cNvPr id="4" name="Rectangle 3"/>
          <p:cNvSpPr/>
          <p:nvPr/>
        </p:nvSpPr>
        <p:spPr>
          <a:xfrm>
            <a:off x="5251179" y="6614267"/>
            <a:ext cx="1493298" cy="368885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rtlCol="0" anchor="ctr"/>
          <a:lstStyle/>
          <a:p>
            <a:pPr algn="ctr"/>
            <a:endParaRPr lang="fr-FR" dirty="0">
              <a:ln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5659950" y="6684810"/>
            <a:ext cx="675753" cy="246211"/>
          </a:xfrm>
          <a:prstGeom prst="rect">
            <a:avLst/>
          </a:prstGeom>
          <a:noFill/>
        </p:spPr>
        <p:txBody>
          <a:bodyPr wrap="none" lIns="91430" tIns="45715" rIns="91430" bIns="45715" rtlCol="0">
            <a:spAutoFit/>
          </a:bodyPr>
          <a:lstStyle/>
          <a:p>
            <a:r>
              <a:rPr lang="fr-FR" sz="1000" dirty="0"/>
              <a:t>Personne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251179" y="6983876"/>
            <a:ext cx="1493298" cy="549536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rtlCol="0" anchor="ctr"/>
          <a:lstStyle/>
          <a:p>
            <a:pPr algn="ctr"/>
            <a:endParaRPr lang="fr-FR" dirty="0">
              <a:ln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251179" y="7535624"/>
            <a:ext cx="1493298" cy="1424512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rtlCol="0" anchor="ctr"/>
          <a:lstStyle/>
          <a:p>
            <a:pPr algn="ctr"/>
            <a:endParaRPr lang="fr-FR" dirty="0">
              <a:ln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754326" y="107181"/>
            <a:ext cx="3189725" cy="380325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rtlCol="0" anchor="ctr"/>
          <a:lstStyle/>
          <a:p>
            <a:pPr algn="ctr"/>
            <a:endParaRPr lang="fr-FR" dirty="0">
              <a:ln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21" name="ZoneTexte 20"/>
          <p:cNvSpPr txBox="1"/>
          <p:nvPr/>
        </p:nvSpPr>
        <p:spPr>
          <a:xfrm>
            <a:off x="2969771" y="181752"/>
            <a:ext cx="850393" cy="246211"/>
          </a:xfrm>
          <a:prstGeom prst="rect">
            <a:avLst/>
          </a:prstGeom>
          <a:noFill/>
        </p:spPr>
        <p:txBody>
          <a:bodyPr wrap="none" lIns="91430" tIns="45715" rIns="91430" bIns="45715" rtlCol="0">
            <a:spAutoFit/>
          </a:bodyPr>
          <a:lstStyle/>
          <a:p>
            <a:r>
              <a:rPr lang="fr-FR" sz="1000" dirty="0" err="1"/>
              <a:t>Bibliotheque</a:t>
            </a:r>
            <a:endParaRPr lang="fr-FR" sz="1000" dirty="0"/>
          </a:p>
        </p:txBody>
      </p:sp>
      <p:sp>
        <p:nvSpPr>
          <p:cNvPr id="22" name="Rectangle 21"/>
          <p:cNvSpPr/>
          <p:nvPr/>
        </p:nvSpPr>
        <p:spPr>
          <a:xfrm>
            <a:off x="1754326" y="489490"/>
            <a:ext cx="3189725" cy="267115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rtlCol="0" anchor="ctr"/>
          <a:lstStyle/>
          <a:p>
            <a:pPr algn="ctr"/>
            <a:endParaRPr lang="fr-FR" dirty="0">
              <a:ln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23" name="ZoneTexte 22"/>
          <p:cNvSpPr txBox="1"/>
          <p:nvPr/>
        </p:nvSpPr>
        <p:spPr>
          <a:xfrm>
            <a:off x="1754329" y="510394"/>
            <a:ext cx="941263" cy="246211"/>
          </a:xfrm>
          <a:prstGeom prst="rect">
            <a:avLst/>
          </a:prstGeom>
          <a:noFill/>
        </p:spPr>
        <p:txBody>
          <a:bodyPr wrap="none" lIns="91430" tIns="45715" rIns="91430" bIns="45715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fr-FR" sz="1000" dirty="0"/>
              <a:t>nom: string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54326" y="756123"/>
            <a:ext cx="3189726" cy="2655127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rtlCol="0" anchor="ctr"/>
          <a:lstStyle/>
          <a:p>
            <a:pPr algn="ctr"/>
            <a:endParaRPr lang="fr-FR">
              <a:ln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25" name="ZoneTexte 24"/>
          <p:cNvSpPr txBox="1"/>
          <p:nvPr/>
        </p:nvSpPr>
        <p:spPr>
          <a:xfrm>
            <a:off x="5251181" y="6985735"/>
            <a:ext cx="1120799" cy="707876"/>
          </a:xfrm>
          <a:prstGeom prst="rect">
            <a:avLst/>
          </a:prstGeom>
          <a:noFill/>
        </p:spPr>
        <p:txBody>
          <a:bodyPr wrap="none" lIns="91430" tIns="45715" rIns="91430" bIns="45715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fr-FR" sz="1000" dirty="0"/>
              <a:t>nom: string</a:t>
            </a:r>
          </a:p>
          <a:p>
            <a:pPr marL="171450" indent="-171450">
              <a:buFontTx/>
              <a:buChar char="-"/>
            </a:pPr>
            <a:r>
              <a:rPr lang="fr-FR" sz="1000" dirty="0" err="1"/>
              <a:t>prenom</a:t>
            </a:r>
            <a:r>
              <a:rPr lang="fr-FR" sz="1000" dirty="0"/>
              <a:t>: string</a:t>
            </a:r>
          </a:p>
          <a:p>
            <a:pPr marL="171450" indent="-171450">
              <a:buFontTx/>
              <a:buChar char="-"/>
            </a:pPr>
            <a:r>
              <a:rPr lang="fr-FR" sz="1000" dirty="0"/>
              <a:t>adresse: string</a:t>
            </a:r>
          </a:p>
          <a:p>
            <a:endParaRPr lang="fr-FR" sz="1000" dirty="0"/>
          </a:p>
        </p:txBody>
      </p:sp>
      <p:sp>
        <p:nvSpPr>
          <p:cNvPr id="47" name="ZoneTexte 46"/>
          <p:cNvSpPr txBox="1"/>
          <p:nvPr/>
        </p:nvSpPr>
        <p:spPr>
          <a:xfrm>
            <a:off x="5251179" y="7541974"/>
            <a:ext cx="1539184" cy="1477317"/>
          </a:xfrm>
          <a:prstGeom prst="rect">
            <a:avLst/>
          </a:prstGeom>
          <a:noFill/>
        </p:spPr>
        <p:txBody>
          <a:bodyPr wrap="none" lIns="91430" tIns="45715" rIns="91430" bIns="45715" rtlCol="0">
            <a:spAutoFit/>
          </a:bodyPr>
          <a:lstStyle/>
          <a:p>
            <a:pPr marL="171450" indent="-171450">
              <a:buFont typeface="Lucida Grande"/>
              <a:buChar char="+"/>
            </a:pPr>
            <a:r>
              <a:rPr lang="fr-FR" sz="1000" dirty="0"/>
              <a:t>constructeur(</a:t>
            </a:r>
            <a:r>
              <a:rPr lang="fr-FR" sz="1000" dirty="0" err="1"/>
              <a:t>n:string</a:t>
            </a:r>
            <a:r>
              <a:rPr lang="fr-FR" sz="1000" dirty="0"/>
              <a:t>,</a:t>
            </a:r>
          </a:p>
          <a:p>
            <a:r>
              <a:rPr lang="fr-FR" sz="1000" dirty="0"/>
              <a:t>       </a:t>
            </a:r>
            <a:r>
              <a:rPr lang="fr-FR" sz="1000" dirty="0" err="1"/>
              <a:t>p:string</a:t>
            </a:r>
            <a:r>
              <a:rPr lang="fr-FR" sz="1000" dirty="0"/>
              <a:t>, </a:t>
            </a:r>
            <a:r>
              <a:rPr lang="fr-FR" sz="1000" dirty="0" err="1"/>
              <a:t>a:string</a:t>
            </a:r>
            <a:r>
              <a:rPr lang="fr-FR" sz="1000" dirty="0"/>
              <a:t>) </a:t>
            </a:r>
          </a:p>
          <a:p>
            <a:pPr marL="171450" indent="-171450">
              <a:buFont typeface="Lucida Grande"/>
              <a:buChar char="+"/>
            </a:pPr>
            <a:r>
              <a:rPr lang="fr-FR" sz="1000" dirty="0"/>
              <a:t>affiche() </a:t>
            </a:r>
            <a:r>
              <a:rPr lang="fr-FR" sz="1000" dirty="0" err="1"/>
              <a:t>s:string</a:t>
            </a:r>
            <a:endParaRPr lang="fr-FR" sz="1000" dirty="0"/>
          </a:p>
          <a:p>
            <a:pPr marL="171450" indent="-171450">
              <a:buFont typeface="Lucida Grande"/>
              <a:buChar char="+"/>
            </a:pPr>
            <a:r>
              <a:rPr lang="fr-FR" sz="1000" dirty="0" err="1"/>
              <a:t>set_nom</a:t>
            </a:r>
            <a:r>
              <a:rPr lang="fr-FR" sz="1000" dirty="0"/>
              <a:t>(</a:t>
            </a:r>
            <a:r>
              <a:rPr lang="fr-FR" sz="1000" dirty="0" err="1"/>
              <a:t>n:string</a:t>
            </a:r>
            <a:r>
              <a:rPr lang="fr-FR" sz="1000" dirty="0"/>
              <a:t>)</a:t>
            </a:r>
          </a:p>
          <a:p>
            <a:pPr marL="171450" indent="-171450">
              <a:buFont typeface="Lucida Grande"/>
              <a:buChar char="+"/>
            </a:pPr>
            <a:r>
              <a:rPr lang="fr-FR" sz="1000" dirty="0" err="1"/>
              <a:t>get_nom</a:t>
            </a:r>
            <a:r>
              <a:rPr lang="fr-FR" sz="1000" dirty="0"/>
              <a:t>(): </a:t>
            </a:r>
            <a:r>
              <a:rPr lang="fr-FR" sz="1000" dirty="0" err="1"/>
              <a:t>n:string</a:t>
            </a:r>
            <a:endParaRPr lang="fr-FR" sz="1000" dirty="0"/>
          </a:p>
          <a:p>
            <a:pPr marL="171450" indent="-171450">
              <a:buFont typeface="Lucida Grande"/>
              <a:buChar char="+"/>
            </a:pPr>
            <a:r>
              <a:rPr lang="fr-FR" sz="1000" dirty="0" err="1"/>
              <a:t>set_prenom</a:t>
            </a:r>
            <a:r>
              <a:rPr lang="fr-FR" sz="1000" dirty="0"/>
              <a:t>(</a:t>
            </a:r>
            <a:r>
              <a:rPr lang="fr-FR" sz="1000" dirty="0" err="1"/>
              <a:t>p:string</a:t>
            </a:r>
            <a:r>
              <a:rPr lang="fr-FR" sz="1000" dirty="0"/>
              <a:t>)</a:t>
            </a:r>
          </a:p>
          <a:p>
            <a:pPr marL="171450" indent="-171450">
              <a:buFont typeface="Lucida Grande"/>
              <a:buChar char="+"/>
            </a:pPr>
            <a:r>
              <a:rPr lang="fr-FR" sz="1000" dirty="0" err="1"/>
              <a:t>get_prenom</a:t>
            </a:r>
            <a:r>
              <a:rPr lang="fr-FR" sz="1000" dirty="0"/>
              <a:t>(): </a:t>
            </a:r>
            <a:r>
              <a:rPr lang="fr-FR" sz="1000" dirty="0" err="1"/>
              <a:t>p:string</a:t>
            </a:r>
            <a:endParaRPr lang="fr-FR" sz="1000" dirty="0"/>
          </a:p>
          <a:p>
            <a:pPr marL="171450" indent="-171450">
              <a:buFont typeface="Lucida Grande"/>
              <a:buChar char="+"/>
            </a:pPr>
            <a:r>
              <a:rPr lang="fr-FR" sz="1000" dirty="0" err="1"/>
              <a:t>set_adresse</a:t>
            </a:r>
            <a:r>
              <a:rPr lang="fr-FR" sz="1000" dirty="0"/>
              <a:t>(</a:t>
            </a:r>
            <a:r>
              <a:rPr lang="fr-FR" sz="1000" dirty="0" err="1"/>
              <a:t>a:string</a:t>
            </a:r>
            <a:r>
              <a:rPr lang="fr-FR" sz="1000" dirty="0"/>
              <a:t>)</a:t>
            </a:r>
          </a:p>
          <a:p>
            <a:pPr marL="171450" indent="-171450">
              <a:buFont typeface="Lucida Grande"/>
              <a:buChar char="+"/>
            </a:pPr>
            <a:r>
              <a:rPr lang="fr-FR" sz="1000" dirty="0" err="1"/>
              <a:t>get_adresse</a:t>
            </a:r>
            <a:r>
              <a:rPr lang="fr-FR" sz="1000" dirty="0"/>
              <a:t>(): </a:t>
            </a:r>
            <a:r>
              <a:rPr lang="fr-FR" sz="1000" dirty="0" err="1"/>
              <a:t>a:string</a:t>
            </a:r>
            <a:endParaRPr lang="fr-FR" sz="1000" dirty="0"/>
          </a:p>
        </p:txBody>
      </p:sp>
      <p:grpSp>
        <p:nvGrpSpPr>
          <p:cNvPr id="8" name="Grouper 7"/>
          <p:cNvGrpSpPr/>
          <p:nvPr/>
        </p:nvGrpSpPr>
        <p:grpSpPr>
          <a:xfrm flipV="1">
            <a:off x="5912028" y="6218656"/>
            <a:ext cx="114329" cy="368845"/>
            <a:chOff x="5912028" y="6085549"/>
            <a:chExt cx="114329" cy="368845"/>
          </a:xfrm>
        </p:grpSpPr>
        <p:sp>
          <p:nvSpPr>
            <p:cNvPr id="54" name="Triangle isocèle 53"/>
            <p:cNvSpPr/>
            <p:nvPr/>
          </p:nvSpPr>
          <p:spPr>
            <a:xfrm flipH="1">
              <a:off x="5912028" y="6085549"/>
              <a:ext cx="114329" cy="174765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430" tIns="45715" rIns="91430" bIns="45715" spcCol="0" rtlCol="0" anchor="ctr"/>
            <a:lstStyle/>
            <a:p>
              <a:pPr algn="ctr"/>
              <a:endParaRPr lang="fr-FR"/>
            </a:p>
          </p:txBody>
        </p:sp>
        <p:cxnSp>
          <p:nvCxnSpPr>
            <p:cNvPr id="55" name="Connecteur droit 54"/>
            <p:cNvCxnSpPr/>
            <p:nvPr/>
          </p:nvCxnSpPr>
          <p:spPr>
            <a:xfrm flipH="1">
              <a:off x="5971645" y="6260314"/>
              <a:ext cx="0" cy="194080"/>
            </a:xfrm>
            <a:prstGeom prst="line">
              <a:avLst/>
            </a:prstGeom>
            <a:ln w="12700" cmpd="sng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Rectangle 32"/>
          <p:cNvSpPr/>
          <p:nvPr/>
        </p:nvSpPr>
        <p:spPr>
          <a:xfrm>
            <a:off x="5095377" y="4275539"/>
            <a:ext cx="1686970" cy="368885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rtlCol="0" anchor="ctr"/>
          <a:lstStyle/>
          <a:p>
            <a:pPr algn="ctr"/>
            <a:endParaRPr lang="fr-FR" dirty="0">
              <a:ln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34" name="ZoneTexte 33"/>
          <p:cNvSpPr txBox="1"/>
          <p:nvPr/>
        </p:nvSpPr>
        <p:spPr>
          <a:xfrm>
            <a:off x="5647133" y="4336825"/>
            <a:ext cx="582190" cy="246211"/>
          </a:xfrm>
          <a:prstGeom prst="rect">
            <a:avLst/>
          </a:prstGeom>
          <a:noFill/>
        </p:spPr>
        <p:txBody>
          <a:bodyPr wrap="none" lIns="91430" tIns="45715" rIns="91430" bIns="45715" rtlCol="0">
            <a:spAutoFit/>
          </a:bodyPr>
          <a:lstStyle/>
          <a:p>
            <a:r>
              <a:rPr lang="fr-FR" sz="1000" dirty="0"/>
              <a:t>Lecteur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95377" y="4645148"/>
            <a:ext cx="1686970" cy="401958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rtlCol="0" anchor="ctr"/>
          <a:lstStyle/>
          <a:p>
            <a:pPr algn="ctr"/>
            <a:endParaRPr lang="fr-FR" dirty="0">
              <a:ln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5095376" y="5050846"/>
            <a:ext cx="1686971" cy="1169541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rtlCol="0" anchor="ctr"/>
          <a:lstStyle/>
          <a:p>
            <a:pPr algn="ctr"/>
            <a:endParaRPr lang="fr-FR" dirty="0">
              <a:ln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37" name="ZoneTexte 36"/>
          <p:cNvSpPr txBox="1"/>
          <p:nvPr/>
        </p:nvSpPr>
        <p:spPr>
          <a:xfrm>
            <a:off x="5095379" y="4647007"/>
            <a:ext cx="1261864" cy="400099"/>
          </a:xfrm>
          <a:prstGeom prst="rect">
            <a:avLst/>
          </a:prstGeom>
          <a:noFill/>
        </p:spPr>
        <p:txBody>
          <a:bodyPr wrap="none" lIns="91430" tIns="45715" rIns="91430" bIns="45715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fr-FR" sz="1000" dirty="0" err="1"/>
              <a:t>numero</a:t>
            </a:r>
            <a:r>
              <a:rPr lang="fr-FR" sz="1000" dirty="0"/>
              <a:t>: </a:t>
            </a:r>
            <a:r>
              <a:rPr lang="fr-FR" sz="1000" dirty="0" err="1"/>
              <a:t>int</a:t>
            </a:r>
            <a:endParaRPr lang="fr-FR" sz="1000" dirty="0"/>
          </a:p>
          <a:p>
            <a:pPr marL="171450" indent="-171450">
              <a:buFontTx/>
              <a:buChar char="-"/>
            </a:pPr>
            <a:r>
              <a:rPr lang="fr-FR" sz="1000" dirty="0" err="1"/>
              <a:t>nb_emprunts</a:t>
            </a:r>
            <a:r>
              <a:rPr lang="fr-FR" sz="1000" dirty="0"/>
              <a:t>: </a:t>
            </a:r>
            <a:r>
              <a:rPr lang="fr-FR" sz="1000" dirty="0" err="1"/>
              <a:t>int</a:t>
            </a:r>
            <a:endParaRPr lang="fr-FR" sz="1000" dirty="0"/>
          </a:p>
        </p:txBody>
      </p:sp>
      <p:sp>
        <p:nvSpPr>
          <p:cNvPr id="39" name="Rectangle 38"/>
          <p:cNvSpPr/>
          <p:nvPr/>
        </p:nvSpPr>
        <p:spPr>
          <a:xfrm>
            <a:off x="119619" y="4275539"/>
            <a:ext cx="1493298" cy="368885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rtlCol="0" anchor="ctr"/>
          <a:lstStyle/>
          <a:p>
            <a:pPr algn="ctr"/>
            <a:endParaRPr lang="fr-FR" dirty="0">
              <a:ln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40" name="ZoneTexte 39"/>
          <p:cNvSpPr txBox="1"/>
          <p:nvPr/>
        </p:nvSpPr>
        <p:spPr>
          <a:xfrm>
            <a:off x="528390" y="4346082"/>
            <a:ext cx="434426" cy="246211"/>
          </a:xfrm>
          <a:prstGeom prst="rect">
            <a:avLst/>
          </a:prstGeom>
          <a:noFill/>
        </p:spPr>
        <p:txBody>
          <a:bodyPr wrap="none" lIns="91430" tIns="45715" rIns="91430" bIns="45715" rtlCol="0">
            <a:spAutoFit/>
          </a:bodyPr>
          <a:lstStyle/>
          <a:p>
            <a:r>
              <a:rPr lang="fr-FR" sz="1000" dirty="0"/>
              <a:t>Livre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9619" y="4645148"/>
            <a:ext cx="1493298" cy="900998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rtlCol="0" anchor="ctr"/>
          <a:lstStyle/>
          <a:p>
            <a:pPr algn="ctr"/>
            <a:endParaRPr lang="fr-FR" dirty="0">
              <a:ln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119619" y="5546145"/>
            <a:ext cx="1493298" cy="2014335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rtlCol="0" anchor="ctr"/>
          <a:lstStyle/>
          <a:p>
            <a:pPr algn="ctr"/>
            <a:endParaRPr lang="fr-FR" dirty="0">
              <a:ln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43" name="ZoneTexte 42"/>
          <p:cNvSpPr txBox="1"/>
          <p:nvPr/>
        </p:nvSpPr>
        <p:spPr>
          <a:xfrm>
            <a:off x="119621" y="4647007"/>
            <a:ext cx="1056679" cy="1015653"/>
          </a:xfrm>
          <a:prstGeom prst="rect">
            <a:avLst/>
          </a:prstGeom>
          <a:noFill/>
        </p:spPr>
        <p:txBody>
          <a:bodyPr wrap="none" lIns="91430" tIns="45715" rIns="91430" bIns="45715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fr-FR" sz="1000" dirty="0"/>
              <a:t>titre: string</a:t>
            </a:r>
          </a:p>
          <a:p>
            <a:pPr marL="171450" indent="-171450">
              <a:buFontTx/>
              <a:buChar char="-"/>
            </a:pPr>
            <a:r>
              <a:rPr lang="fr-FR" sz="1000" dirty="0"/>
              <a:t>auteur: string</a:t>
            </a:r>
          </a:p>
          <a:p>
            <a:pPr marL="171450" indent="-171450">
              <a:buFontTx/>
              <a:buChar char="-"/>
            </a:pPr>
            <a:r>
              <a:rPr lang="fr-FR" sz="1000" dirty="0" err="1"/>
              <a:t>numero</a:t>
            </a:r>
            <a:r>
              <a:rPr lang="fr-FR" sz="1000" dirty="0"/>
              <a:t>: </a:t>
            </a:r>
            <a:r>
              <a:rPr lang="fr-FR" sz="1000" dirty="0" err="1"/>
              <a:t>int</a:t>
            </a:r>
            <a:endParaRPr lang="fr-FR" sz="1000" dirty="0"/>
          </a:p>
          <a:p>
            <a:pPr marL="171450" indent="-171450">
              <a:buFontTx/>
              <a:buChar char="-"/>
            </a:pPr>
            <a:r>
              <a:rPr lang="fr-FR" sz="1000" dirty="0" err="1"/>
              <a:t>nb_total</a:t>
            </a:r>
            <a:r>
              <a:rPr lang="fr-FR" sz="1000" dirty="0"/>
              <a:t>: </a:t>
            </a:r>
            <a:r>
              <a:rPr lang="fr-FR" sz="1000" dirty="0" err="1"/>
              <a:t>int</a:t>
            </a:r>
            <a:endParaRPr lang="fr-FR" sz="1000" dirty="0"/>
          </a:p>
          <a:p>
            <a:pPr marL="171450" indent="-171450">
              <a:buFontTx/>
              <a:buChar char="-"/>
            </a:pPr>
            <a:r>
              <a:rPr lang="fr-FR" sz="1000" dirty="0" err="1"/>
              <a:t>nb_dispo</a:t>
            </a:r>
            <a:r>
              <a:rPr lang="fr-FR" sz="1000" dirty="0"/>
              <a:t>: </a:t>
            </a:r>
            <a:r>
              <a:rPr lang="fr-FR" sz="1000" dirty="0" err="1"/>
              <a:t>int</a:t>
            </a:r>
            <a:endParaRPr lang="fr-FR" sz="1000" dirty="0"/>
          </a:p>
          <a:p>
            <a:endParaRPr lang="fr-FR" sz="1000" dirty="0"/>
          </a:p>
        </p:txBody>
      </p:sp>
      <p:sp>
        <p:nvSpPr>
          <p:cNvPr id="50" name="Rectangle 49"/>
          <p:cNvSpPr/>
          <p:nvPr/>
        </p:nvSpPr>
        <p:spPr>
          <a:xfrm>
            <a:off x="2453702" y="4275539"/>
            <a:ext cx="1904183" cy="368885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rtlCol="0" anchor="ctr"/>
          <a:lstStyle/>
          <a:p>
            <a:pPr algn="ctr"/>
            <a:endParaRPr lang="fr-FR" dirty="0">
              <a:ln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52" name="ZoneTexte 51"/>
          <p:cNvSpPr txBox="1"/>
          <p:nvPr/>
        </p:nvSpPr>
        <p:spPr>
          <a:xfrm>
            <a:off x="3005459" y="4336825"/>
            <a:ext cx="639498" cy="246211"/>
          </a:xfrm>
          <a:prstGeom prst="rect">
            <a:avLst/>
          </a:prstGeom>
          <a:noFill/>
        </p:spPr>
        <p:txBody>
          <a:bodyPr wrap="none" lIns="91430" tIns="45715" rIns="91430" bIns="45715" rtlCol="0">
            <a:spAutoFit/>
          </a:bodyPr>
          <a:lstStyle/>
          <a:p>
            <a:r>
              <a:rPr lang="fr-FR" sz="1000" dirty="0"/>
              <a:t>Emprunt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453702" y="4645148"/>
            <a:ext cx="1904183" cy="248070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rtlCol="0" anchor="ctr"/>
          <a:lstStyle/>
          <a:p>
            <a:pPr algn="ctr"/>
            <a:endParaRPr lang="fr-FR" dirty="0">
              <a:ln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2453702" y="4893826"/>
            <a:ext cx="1904184" cy="1002742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rtlCol="0" anchor="ctr"/>
          <a:lstStyle/>
          <a:p>
            <a:pPr algn="ctr"/>
            <a:endParaRPr lang="fr-FR" dirty="0">
              <a:ln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58" name="ZoneTexte 57"/>
          <p:cNvSpPr txBox="1"/>
          <p:nvPr/>
        </p:nvSpPr>
        <p:spPr>
          <a:xfrm>
            <a:off x="2453705" y="4647007"/>
            <a:ext cx="941263" cy="246211"/>
          </a:xfrm>
          <a:prstGeom prst="rect">
            <a:avLst/>
          </a:prstGeom>
          <a:noFill/>
        </p:spPr>
        <p:txBody>
          <a:bodyPr wrap="none" lIns="91430" tIns="45715" rIns="91430" bIns="45715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fr-FR" sz="1000" dirty="0"/>
              <a:t>date: string</a:t>
            </a:r>
          </a:p>
        </p:txBody>
      </p:sp>
      <p:sp>
        <p:nvSpPr>
          <p:cNvPr id="18" name="Losange 17"/>
          <p:cNvSpPr/>
          <p:nvPr/>
        </p:nvSpPr>
        <p:spPr>
          <a:xfrm rot="18240000">
            <a:off x="1857375" y="3420052"/>
            <a:ext cx="196850" cy="190500"/>
          </a:xfrm>
          <a:prstGeom prst="diamond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1" name="Losange 60"/>
          <p:cNvSpPr/>
          <p:nvPr/>
        </p:nvSpPr>
        <p:spPr>
          <a:xfrm>
            <a:off x="3251200" y="3426969"/>
            <a:ext cx="196850" cy="190500"/>
          </a:xfrm>
          <a:prstGeom prst="diamond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0" name="Connecteur droit 29"/>
          <p:cNvCxnSpPr>
            <a:stCxn id="18" idx="1"/>
          </p:cNvCxnSpPr>
          <p:nvPr/>
        </p:nvCxnSpPr>
        <p:spPr>
          <a:xfrm flipH="1">
            <a:off x="1498600" y="3596900"/>
            <a:ext cx="402161" cy="678637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1" name="Grouper 30"/>
          <p:cNvGrpSpPr/>
          <p:nvPr/>
        </p:nvGrpSpPr>
        <p:grpSpPr>
          <a:xfrm flipH="1">
            <a:off x="4616450" y="3408360"/>
            <a:ext cx="552450" cy="858660"/>
            <a:chOff x="4165600" y="3415794"/>
            <a:chExt cx="552450" cy="858660"/>
          </a:xfrm>
        </p:grpSpPr>
        <p:sp>
          <p:nvSpPr>
            <p:cNvPr id="62" name="Losange 61"/>
            <p:cNvSpPr/>
            <p:nvPr/>
          </p:nvSpPr>
          <p:spPr>
            <a:xfrm rot="18240000">
              <a:off x="4524375" y="3418969"/>
              <a:ext cx="196850" cy="190500"/>
            </a:xfrm>
            <a:prstGeom prst="diamond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63" name="Connecteur droit 62"/>
            <p:cNvCxnSpPr>
              <a:stCxn id="62" idx="1"/>
            </p:cNvCxnSpPr>
            <p:nvPr/>
          </p:nvCxnSpPr>
          <p:spPr>
            <a:xfrm flipH="1">
              <a:off x="4165600" y="3595817"/>
              <a:ext cx="402161" cy="678637"/>
            </a:xfrm>
            <a:prstGeom prst="line">
              <a:avLst/>
            </a:prstGeom>
            <a:ln w="12700" cmpd="sng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4" name="Connecteur droit 63"/>
          <p:cNvCxnSpPr/>
          <p:nvPr/>
        </p:nvCxnSpPr>
        <p:spPr>
          <a:xfrm flipH="1">
            <a:off x="3347268" y="3629604"/>
            <a:ext cx="1" cy="643766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/>
          <p:cNvCxnSpPr/>
          <p:nvPr/>
        </p:nvCxnSpPr>
        <p:spPr>
          <a:xfrm flipH="1">
            <a:off x="1612918" y="5233144"/>
            <a:ext cx="840784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66"/>
          <p:cNvCxnSpPr/>
          <p:nvPr/>
        </p:nvCxnSpPr>
        <p:spPr>
          <a:xfrm flipH="1">
            <a:off x="4357886" y="5233144"/>
            <a:ext cx="737490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ZoneTexte 68"/>
          <p:cNvSpPr txBox="1"/>
          <p:nvPr/>
        </p:nvSpPr>
        <p:spPr>
          <a:xfrm>
            <a:off x="1568468" y="4993283"/>
            <a:ext cx="249643" cy="246211"/>
          </a:xfrm>
          <a:prstGeom prst="rect">
            <a:avLst/>
          </a:prstGeom>
          <a:noFill/>
        </p:spPr>
        <p:txBody>
          <a:bodyPr wrap="none" lIns="91430" tIns="45715" rIns="91430" bIns="45715" rtlCol="0">
            <a:spAutoFit/>
          </a:bodyPr>
          <a:lstStyle/>
          <a:p>
            <a:r>
              <a:rPr lang="fr-FR" sz="1000" dirty="0"/>
              <a:t>1</a:t>
            </a:r>
          </a:p>
        </p:txBody>
      </p:sp>
      <p:sp>
        <p:nvSpPr>
          <p:cNvPr id="71" name="ZoneTexte 70"/>
          <p:cNvSpPr txBox="1"/>
          <p:nvPr/>
        </p:nvSpPr>
        <p:spPr>
          <a:xfrm>
            <a:off x="2156356" y="4993283"/>
            <a:ext cx="378610" cy="246211"/>
          </a:xfrm>
          <a:prstGeom prst="rect">
            <a:avLst/>
          </a:prstGeom>
          <a:noFill/>
        </p:spPr>
        <p:txBody>
          <a:bodyPr wrap="none" lIns="91430" tIns="45715" rIns="91430" bIns="45715" rtlCol="0">
            <a:spAutoFit/>
          </a:bodyPr>
          <a:lstStyle/>
          <a:p>
            <a:r>
              <a:rPr lang="fr-FR" sz="1000" dirty="0"/>
              <a:t>0..*</a:t>
            </a:r>
          </a:p>
        </p:txBody>
      </p:sp>
      <p:sp>
        <p:nvSpPr>
          <p:cNvPr id="72" name="ZoneTexte 71"/>
          <p:cNvSpPr txBox="1"/>
          <p:nvPr/>
        </p:nvSpPr>
        <p:spPr>
          <a:xfrm>
            <a:off x="4334032" y="4986933"/>
            <a:ext cx="378610" cy="246211"/>
          </a:xfrm>
          <a:prstGeom prst="rect">
            <a:avLst/>
          </a:prstGeom>
          <a:noFill/>
        </p:spPr>
        <p:txBody>
          <a:bodyPr wrap="none" lIns="91430" tIns="45715" rIns="91430" bIns="45715" rtlCol="0">
            <a:spAutoFit/>
          </a:bodyPr>
          <a:lstStyle/>
          <a:p>
            <a:r>
              <a:rPr lang="fr-FR" sz="1000" dirty="0"/>
              <a:t>0..*</a:t>
            </a:r>
          </a:p>
        </p:txBody>
      </p:sp>
      <p:sp>
        <p:nvSpPr>
          <p:cNvPr id="73" name="ZoneTexte 72"/>
          <p:cNvSpPr txBox="1"/>
          <p:nvPr/>
        </p:nvSpPr>
        <p:spPr>
          <a:xfrm>
            <a:off x="4853779" y="4986933"/>
            <a:ext cx="249643" cy="246211"/>
          </a:xfrm>
          <a:prstGeom prst="rect">
            <a:avLst/>
          </a:prstGeom>
          <a:noFill/>
        </p:spPr>
        <p:txBody>
          <a:bodyPr wrap="none" lIns="91430" tIns="45715" rIns="91430" bIns="45715" rtlCol="0">
            <a:spAutoFit/>
          </a:bodyPr>
          <a:lstStyle/>
          <a:p>
            <a:r>
              <a:rPr lang="fr-FR" sz="1000" dirty="0"/>
              <a:t>1</a:t>
            </a:r>
          </a:p>
        </p:txBody>
      </p:sp>
      <p:sp>
        <p:nvSpPr>
          <p:cNvPr id="76" name="ZoneTexte 75"/>
          <p:cNvSpPr txBox="1"/>
          <p:nvPr/>
        </p:nvSpPr>
        <p:spPr>
          <a:xfrm>
            <a:off x="1236257" y="4020809"/>
            <a:ext cx="378258" cy="246211"/>
          </a:xfrm>
          <a:prstGeom prst="rect">
            <a:avLst/>
          </a:prstGeom>
          <a:noFill/>
        </p:spPr>
        <p:txBody>
          <a:bodyPr wrap="none" lIns="91430" tIns="45715" rIns="91430" bIns="45715" rtlCol="0">
            <a:spAutoFit/>
          </a:bodyPr>
          <a:lstStyle/>
          <a:p>
            <a:r>
              <a:rPr lang="fr-FR" sz="1000" dirty="0"/>
              <a:t>0..*</a:t>
            </a:r>
          </a:p>
        </p:txBody>
      </p:sp>
      <p:sp>
        <p:nvSpPr>
          <p:cNvPr id="77" name="ZoneTexte 76"/>
          <p:cNvSpPr txBox="1"/>
          <p:nvPr/>
        </p:nvSpPr>
        <p:spPr>
          <a:xfrm>
            <a:off x="3347269" y="4020809"/>
            <a:ext cx="378258" cy="246211"/>
          </a:xfrm>
          <a:prstGeom prst="rect">
            <a:avLst/>
          </a:prstGeom>
          <a:noFill/>
        </p:spPr>
        <p:txBody>
          <a:bodyPr wrap="none" lIns="91430" tIns="45715" rIns="91430" bIns="45715" rtlCol="0">
            <a:spAutoFit/>
          </a:bodyPr>
          <a:lstStyle/>
          <a:p>
            <a:r>
              <a:rPr lang="fr-FR" sz="1000" dirty="0"/>
              <a:t>0..*</a:t>
            </a:r>
          </a:p>
        </p:txBody>
      </p:sp>
      <p:sp>
        <p:nvSpPr>
          <p:cNvPr id="78" name="ZoneTexte 77"/>
          <p:cNvSpPr txBox="1"/>
          <p:nvPr/>
        </p:nvSpPr>
        <p:spPr>
          <a:xfrm>
            <a:off x="5168900" y="4020809"/>
            <a:ext cx="378258" cy="246211"/>
          </a:xfrm>
          <a:prstGeom prst="rect">
            <a:avLst/>
          </a:prstGeom>
          <a:noFill/>
        </p:spPr>
        <p:txBody>
          <a:bodyPr wrap="none" lIns="91430" tIns="45715" rIns="91430" bIns="45715" rtlCol="0">
            <a:spAutoFit/>
          </a:bodyPr>
          <a:lstStyle/>
          <a:p>
            <a:r>
              <a:rPr lang="fr-FR" sz="1000" dirty="0"/>
              <a:t>0..*</a:t>
            </a:r>
          </a:p>
        </p:txBody>
      </p:sp>
    </p:spTree>
    <p:extLst>
      <p:ext uri="{BB962C8B-B14F-4D97-AF65-F5344CB8AC3E}">
        <p14:creationId xmlns:p14="http://schemas.microsoft.com/office/powerpoint/2010/main" val="220722732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569</TotalTime>
  <Words>524</Words>
  <Application>Microsoft Macintosh PowerPoint</Application>
  <PresentationFormat>Affichage à l'écran (4:3)</PresentationFormat>
  <Paragraphs>77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Lucida Grande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Emmanuel Dellandrea</dc:creator>
  <cp:lastModifiedBy>Microsoft Office User</cp:lastModifiedBy>
  <cp:revision>49</cp:revision>
  <dcterms:created xsi:type="dcterms:W3CDTF">2015-10-07T10:28:56Z</dcterms:created>
  <dcterms:modified xsi:type="dcterms:W3CDTF">2022-09-19T11:51:07Z</dcterms:modified>
</cp:coreProperties>
</file>